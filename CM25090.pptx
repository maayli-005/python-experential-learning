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4"/>
    <p:sldId id="258" r:id="rId3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138804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47800" y="285368"/>
            <a:ext cx="5791200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32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sz="32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“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lang="en-US" sz="3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Student </a:t>
            </a:r>
            <a:r>
              <a:rPr lang="en-US" sz="3200" dirty="0" err="1" smtClean="0">
                <a:solidFill>
                  <a:srgbClr val="000000"/>
                </a:solidFill>
                <a:latin typeface="Times New Roman"/>
                <a:cs typeface="Times New Roman"/>
              </a:rPr>
              <a:t>Marksheet</a:t>
            </a:r>
            <a:r>
              <a:rPr lang="en-US" sz="3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Automation (high volume)</a:t>
            </a:r>
            <a:r>
              <a:rPr sz="3200" spc="-10" dirty="0" smtClean="0">
                <a:latin typeface="Times New Roman"/>
                <a:cs typeface="Times New Roman"/>
              </a:rPr>
              <a:t>”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2397" y="2238120"/>
            <a:ext cx="660145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310932"/>
            <a:ext cx="1457325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 smtClean="0">
                <a:latin typeface="Times New Roman"/>
                <a:cs typeface="Times New Roman"/>
              </a:rPr>
              <a:t>By</a:t>
            </a:r>
            <a:endParaRPr lang="en-US" sz="2000" b="1" spc="-25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25" dirty="0" smtClean="0">
                <a:latin typeface="Times New Roman"/>
                <a:cs typeface="Times New Roman"/>
              </a:rPr>
              <a:t>Maayli Tabhane (CM25090)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7422" y="3292240"/>
            <a:ext cx="22237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 indent="-995044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349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44282" cy="101734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5675" y="4662423"/>
            <a:ext cx="7997825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165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>
              <a:latin typeface="Times New Roman"/>
              <a:cs typeface="Times New Roman"/>
            </a:endParaRPr>
          </a:p>
          <a:p>
            <a:pPr marL="230886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TECHNOLOGY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MANAGEMENT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286000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>
              <a:latin typeface="Times New Roman"/>
              <a:cs typeface="Times New Roman"/>
            </a:endParaRPr>
          </a:p>
          <a:p>
            <a:pPr marL="483870">
              <a:lnSpc>
                <a:spcPts val="2315"/>
              </a:lnSpc>
            </a:pP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8001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Problem statement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Objectives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Algorithm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Flowchart / pseudocode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Understanding of Python logic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Graphical representation and working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GitHub account, repository creation, uploading code, meaningful commits, collaboration, individual contribution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Result / expected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8001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Preparing marksheets manually for a large number of students is time-consuming and repetitive.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Calculating total marks, percentage, grades, and ranks manually can lead to errors.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Managing student records becomes difficult as the number of students increases.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Different subject marks need to be processed consistently for every student.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Manual data entry and repeated calculations reduce efficiency and increase workload.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The system should automatically process marks and generate accurate student results.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It should handle high-volume student data efficiently using Python logic and structured records.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The generated marksheet should clearly display total, percentage, grade, and rank.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The project demonstrates how Python can automate repetitive academic result-processing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2.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8001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develop an automated marksheet generation system for a large number of students.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store student details and subject marks in a structured format.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calculate total marks automatically for every student.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calculate percentage accurately using the obtained marks.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assign grades based on predefined percentage ranges.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determine student rank from the calculated performance.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reduce manual calculation and data-entry errors.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generate clear and printable marksheet information efficiently.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process multiple student records using loops and Python data structures.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understand the practical use of Python for high-volume academic data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3.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8001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Start the program.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Enter the number of students and the required subject details.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Enter student name, roll number, and marks obtained in each subject.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Store each student's information in a structured record.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Calculate total marks by adding the marks of all subjects.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Calculate percentage from total marks and maximum marks.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Assign a grade according to the percentage range.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Repeat the process for all student records.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Sort or compare percentages to determine the rank of each student.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Display the completed marksheet with total, percentage, grade, and rank.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Stop the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4. Flowchart / Pseudocode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868680"/>
            <a:ext cx="3337560" cy="438912"/>
          </a:xfrm>
          <a:prstGeom prst="roundRect">
            <a:avLst/>
          </a:prstGeom>
          <a:solidFill>
            <a:srgbClr val="F7D6D6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7" name="Down Arrow 6"/>
          <p:cNvSpPr/>
          <p:nvPr/>
        </p:nvSpPr>
        <p:spPr>
          <a:xfrm>
            <a:off x="4343400" y="1316736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360" y="1508760"/>
            <a:ext cx="3337560" cy="438912"/>
          </a:xfrm>
          <a:prstGeom prst="roundRect">
            <a:avLst/>
          </a:prstGeom>
          <a:solidFill>
            <a:srgbClr val="FAEFC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1. Enter student details</a:t>
            </a:r>
            <a:br/>
            <a:r>
              <a:t>and subject marks</a:t>
            </a:r>
          </a:p>
        </p:txBody>
      </p:sp>
      <p:sp>
        <p:nvSpPr>
          <p:cNvPr id="9" name="Down Arrow 8"/>
          <p:cNvSpPr/>
          <p:nvPr/>
        </p:nvSpPr>
        <p:spPr>
          <a:xfrm>
            <a:off x="4343400" y="1956815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0360" y="2148839"/>
            <a:ext cx="3337560" cy="438912"/>
          </a:xfrm>
          <a:prstGeom prst="roundRect">
            <a:avLst/>
          </a:prstGeom>
          <a:solidFill>
            <a:srgbClr val="D7E8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2. Store student record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343400" y="2596896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0360" y="2788920"/>
            <a:ext cx="3337560" cy="438912"/>
          </a:xfrm>
          <a:prstGeom prst="roundRect">
            <a:avLst/>
          </a:prstGeom>
          <a:solidFill>
            <a:srgbClr val="DDF0D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3. Calculate total</a:t>
            </a:r>
            <a:br/>
            <a:r>
              <a:t>and percentage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343400" y="3236975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3429000"/>
            <a:ext cx="3337560" cy="438912"/>
          </a:xfrm>
          <a:prstGeom prst="roundRect">
            <a:avLst/>
          </a:prstGeom>
          <a:solidFill>
            <a:srgbClr val="FAEFC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4. Assign grade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343400" y="3877056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80360" y="4069080"/>
            <a:ext cx="3337560" cy="438912"/>
          </a:xfrm>
          <a:prstGeom prst="roundRect">
            <a:avLst/>
          </a:prstGeom>
          <a:solidFill>
            <a:srgbClr val="D7E8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5. Process all students</a:t>
            </a:r>
            <a:br/>
            <a:r>
              <a:t>and determine rank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343400" y="4517136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80360" y="4709159"/>
            <a:ext cx="3337560" cy="438912"/>
          </a:xfrm>
          <a:prstGeom prst="roundRect">
            <a:avLst/>
          </a:prstGeom>
          <a:solidFill>
            <a:srgbClr val="DDF0D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6. Generate marksheet</a:t>
            </a:r>
            <a:br/>
            <a:r>
              <a:t>and display result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343400" y="5157215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80360" y="5349240"/>
            <a:ext cx="3337560" cy="438912"/>
          </a:xfrm>
          <a:prstGeom prst="roundRect">
            <a:avLst/>
          </a:prstGeom>
          <a:solidFill>
            <a:srgbClr val="F7D6D6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608076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Pseudocode: Input → Store → Calculate → Grade → Rank → Generate Marksheet →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5. Understanding of python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pic>
        <p:nvPicPr>
          <p:cNvPr id="6" name="Picture 5" descr="marksheet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51560"/>
            <a:ext cx="7040880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5349240"/>
            <a:ext cx="7269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41414"/>
                </a:solidFill>
                <a:latin typeface="Arial"/>
              </a:defRPr>
            </a:pPr>
            <a:r>
              <a:t>The program uses lists/dictionaries to store student records, loops to process many students, sum() for total marks, conditional statements for grades, and formatted output for the final marksheet.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6. Graphical Representation and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pic>
        <p:nvPicPr>
          <p:cNvPr id="6" name="Picture 5" descr="marksheet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51560"/>
            <a:ext cx="781812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074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41414"/>
                </a:solidFill>
                <a:latin typeface="Arial"/>
              </a:defRPr>
            </a:pPr>
            <a:r>
              <a:t>Benefits: faster processing, consistent calculations, fewer manual errors, easy handling of high-volume records, and clear result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7. GitHub Account, Repository &amp;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7955279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Create GitHub Account – Set up a personal GitHub account.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Create Repository – Student Marksheet Automation (High Volume).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Upload Code – Upload the Python source files and project documentation.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Meaningful Commits – Save changes with clear messages such as 'Added grade calculation'.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Collaboration – Share the repository and use branches or pull requests when working as a team.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Individual Contribution – Each member contributes code, testing, documentation, or presentation work.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Track Changes – Use GitHub history to monitor project updates and improvements.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Maintain Version Control – Keep the latest working version of the marksheet automation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8. Individual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7955279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Problem Analysis – Studied the need for automating marksheet preparation for high-volume student records.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Requirement Identification – Identified inputs such as student details and subject marks.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Algorithm Design – Designed the steps for total, percentage, grade, and rank calculation.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Python Coding – Implemented data storage, loops, calculations, conditions, and output generation.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Testing – Tested the system with multiple student records and different mark ranges.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Error Checking – Checked calculations and grade assignment to reduce incorrect results.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GitHub Contribution – Uploaded project files and maintained meaningful commits.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Documentation &amp; PPT – Prepared project documentation, graphical representation, and presentation slides.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9. Result / Expected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pic>
        <p:nvPicPr>
          <p:cNvPr id="6" name="Picture 5" descr="marksheet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43000"/>
            <a:ext cx="740664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2578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41414"/>
                </a:solidFill>
                <a:latin typeface="Arial"/>
              </a:defRPr>
            </a:pPr>
            <a:r>
              <a:t>The system automatically produces accurate totals, percentages, grades, and ranks for multiple students, reducing repetitive manual work and making high-volume marksheet preparation faster.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41414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117</Words>
  <Application>Microsoft Office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Cambria</vt:lpstr>
      <vt:lpstr>Times New Roman</vt:lpstr>
      <vt:lpstr>Office Theme</vt:lpstr>
      <vt:lpstr>Experiential Learning Project Assessment-I on “ Student Marksheet Automation (high volume)”</vt:lpstr>
      <vt:lpstr>Contents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Experiential Learning Project Assessment-I on “ Student Marksheet Automation (high volume)”</dc:title>
  <dc:creator>SATISH TABHANE</dc:creator>
  <cp:lastModifiedBy>SATISH TABHANE</cp:lastModifiedBy>
  <cp:revision>1</cp:revision>
  <dcterms:created xsi:type="dcterms:W3CDTF">2026-08-14T15:25:10Z</dcterms:created>
  <dcterms:modified xsi:type="dcterms:W3CDTF">2026-08-18T14:48:18Z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2026-08-14T00:00:00Z</vt:filetime>
  </property>
</Properties>
</file>